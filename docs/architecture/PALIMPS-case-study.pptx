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spc="1600" kern="0" dirty="0">
                <a:solidFill>
                  <a:srgbClr val="ED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PALIMPS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39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vaka çalışması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developer · AI ortağı · App Store yolculuğu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937760"/>
            <a:ext cx="11277295" cy="0"/>
          </a:xfrm>
          <a:prstGeom prst="line">
            <a:avLst/>
          </a:prstGeom>
          <a:noFill/>
          <a:ln w="9525">
            <a:solidFill>
              <a:srgbClr val="6B4C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C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HİLAL ERDOĞAN SÜMNÜ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448495" y="6035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4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PLATE  ·  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4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PALIMPSESTI · MEMORIA LECTORIS · MMXXVI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365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scripta manent · verba volant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5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I.  BİR BAKIŞTA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  ·  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Önce nedir, sonra nasıl.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PALIMPS — fiziksel kitaplar için bir okuma hafızası uygulaması.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9408" y="2926080"/>
            <a:ext cx="3566160" cy="2377440"/>
          </a:xfrm>
          <a:prstGeom prst="rect">
            <a:avLst/>
          </a:prstGeom>
          <a:solidFill>
            <a:srgbClr val="FDFBFF"/>
          </a:solidFill>
          <a:ln w="6350">
            <a:solidFill>
              <a:srgbClr val="C4B0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9408" y="32004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89408" y="4389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6B4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GELİŞTİRİCİ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2288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Hilal — solo, full-time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2768" y="2926080"/>
            <a:ext cx="3566160" cy="2377440"/>
          </a:xfrm>
          <a:prstGeom prst="rect">
            <a:avLst/>
          </a:prstGeom>
          <a:solidFill>
            <a:srgbClr val="FDFBFF"/>
          </a:solidFill>
          <a:ln w="6350">
            <a:solidFill>
              <a:srgbClr val="C4B0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2768" y="32004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312768" y="4389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6B4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95648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· TestFlight aşaması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36128" y="2926080"/>
            <a:ext cx="3566160" cy="2377440"/>
          </a:xfrm>
          <a:prstGeom prst="rect">
            <a:avLst/>
          </a:prstGeom>
          <a:solidFill>
            <a:srgbClr val="FDFBFF"/>
          </a:solidFill>
          <a:ln w="6350">
            <a:solidFill>
              <a:srgbClr val="C4B0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6128" y="32004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 · EN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8336128" y="4389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6B4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DİL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19008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dilden başlayan ürün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6350">
            <a:solidFill>
              <a:srgbClr val="C4B0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küçük ekiplerin nereye gidebileceğine dair bir gözlem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5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II.  ÜRÜN NEDİR?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  ·  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Kitabı, kitabı geçtikten sonra hatırlamak.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Kullanıcının elinde fiziksel bir kitap var. Sayfa kapanınca ne kalıyor?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69568" y="2560320"/>
            <a:ext cx="548640" cy="548640"/>
          </a:xfrm>
          <a:prstGeom prst="ellipse">
            <a:avLst/>
          </a:prstGeom>
          <a:solidFill>
            <a:srgbClr val="FDFBFF"/>
          </a:solidFill>
          <a:ln w="15240">
            <a:solidFill>
              <a:srgbClr val="6B4C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0868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0868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Sayfayı çek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8028" y="38862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Telefonla bir fotoğraf. O kadar.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92628" y="2834640"/>
            <a:ext cx="137160" cy="0"/>
          </a:xfrm>
          <a:prstGeom prst="line">
            <a:avLst/>
          </a:prstGeom>
          <a:noFill/>
          <a:ln w="12700">
            <a:solidFill>
              <a:srgbClr val="C4B0E5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404208" y="2560320"/>
            <a:ext cx="548640" cy="548640"/>
          </a:xfrm>
          <a:prstGeom prst="ellipse">
            <a:avLst/>
          </a:prstGeom>
          <a:solidFill>
            <a:srgbClr val="FDFBFF"/>
          </a:solidFill>
          <a:ln w="15240">
            <a:solidFill>
              <a:srgbClr val="6B4C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5508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75508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Metin çıkar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12668" y="38862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sayfayı okur, metni saniyeler içinde çıkarır.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27268" y="2834640"/>
            <a:ext cx="137160" cy="0"/>
          </a:xfrm>
          <a:prstGeom prst="line">
            <a:avLst/>
          </a:prstGeom>
          <a:noFill/>
          <a:ln w="12700">
            <a:solidFill>
              <a:srgbClr val="C4B0E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238848" y="2560320"/>
            <a:ext cx="548640" cy="548640"/>
          </a:xfrm>
          <a:prstGeom prst="ellipse">
            <a:avLst/>
          </a:prstGeom>
          <a:solidFill>
            <a:srgbClr val="FDFBFF"/>
          </a:solidFill>
          <a:ln w="15240">
            <a:solidFill>
              <a:srgbClr val="6B4C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0148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0148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Anı kaydet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47308" y="38862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Tarih, kitap, sayfa, vurgular ve marjinalia birlikte.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61908" y="2834640"/>
            <a:ext cx="137160" cy="0"/>
          </a:xfrm>
          <a:prstGeom prst="line">
            <a:avLst/>
          </a:prstGeom>
          <a:noFill/>
          <a:ln w="12700">
            <a:solidFill>
              <a:srgbClr val="C4B0E5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0073488" y="2560320"/>
            <a:ext cx="548640" cy="548640"/>
          </a:xfrm>
          <a:prstGeom prst="ellipse">
            <a:avLst/>
          </a:prstGeom>
          <a:solidFill>
            <a:srgbClr val="FDFBFF"/>
          </a:solidFill>
          <a:ln w="15240">
            <a:solidFill>
              <a:srgbClr val="6B4C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44788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44788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Geri dön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81948" y="38862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Aylar sonra: "bu kitabı nasıl okudum?" — cevap orada.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6350">
            <a:solidFill>
              <a:srgbClr val="C4B0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sayfa, başka bir sayfanın altında yazılır.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5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III.  MİMARİ — ÜÇ KATMAN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  ·  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katman. Hepsi bu.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katman ne yaptığını biliyor; aralarındaki sınırlar net.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11535" cy="1234440"/>
          </a:xfrm>
          <a:prstGeom prst="rect">
            <a:avLst/>
          </a:prstGeom>
          <a:solidFill>
            <a:srgbClr val="FDFBFF"/>
          </a:solidFill>
          <a:ln w="5080">
            <a:solidFill>
              <a:srgbClr val="C4B0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1460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B39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645920" y="2514600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Yüzey — kullanıcının uygulaması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880360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 — ne dokunulursa 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3200400"/>
            <a:ext cx="1271016" cy="274320"/>
          </a:xfrm>
          <a:prstGeom prst="rect">
            <a:avLst>
              <a:gd name="adj" fmla="val 50000"/>
            </a:avLst>
          </a:prstGeom>
          <a:solidFill>
            <a:srgbClr val="EDE6F5"/>
          </a:solidFill>
          <a:ln w="5080">
            <a:solidFill>
              <a:srgbClr val="C4B0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3200400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Ekranlar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26664" y="3200400"/>
            <a:ext cx="1389888" cy="274320"/>
          </a:xfrm>
          <a:prstGeom prst="rect">
            <a:avLst>
              <a:gd name="adj" fmla="val 50000"/>
            </a:avLst>
          </a:prstGeom>
          <a:solidFill>
            <a:srgbClr val="EDE6F5"/>
          </a:solidFill>
          <a:ln w="5080">
            <a:solidFill>
              <a:srgbClr val="C4B0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26664" y="320040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3200400"/>
            <a:ext cx="1389888" cy="274320"/>
          </a:xfrm>
          <a:prstGeom prst="rect">
            <a:avLst>
              <a:gd name="adj" fmla="val 50000"/>
            </a:avLst>
          </a:prstGeom>
          <a:solidFill>
            <a:srgbClr val="EDE6F5"/>
          </a:solidFill>
          <a:ln w="5080">
            <a:solidFill>
              <a:srgbClr val="C4B0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320040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dil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896" y="3200400"/>
            <a:ext cx="1033272" cy="274320"/>
          </a:xfrm>
          <a:prstGeom prst="rect">
            <a:avLst>
              <a:gd name="adj" fmla="val 50000"/>
            </a:avLst>
          </a:prstGeom>
          <a:solidFill>
            <a:srgbClr val="EDE6F5"/>
          </a:solidFill>
          <a:ln w="5080">
            <a:solidFill>
              <a:srgbClr val="C4B0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5896" y="3200400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85032"/>
            <a:ext cx="10911535" cy="1234440"/>
          </a:xfrm>
          <a:prstGeom prst="rect">
            <a:avLst/>
          </a:prstGeom>
          <a:solidFill>
            <a:srgbClr val="D9CCF0"/>
          </a:solidFill>
          <a:ln w="5080">
            <a:solidFill>
              <a:srgbClr val="C4B0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822192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B39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1645920" y="3822192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Aracı — uygulamanın beyni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418795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Sunucu — kuralları uygular, doğru servise iletir.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645920" y="4507992"/>
            <a:ext cx="1033272" cy="274320"/>
          </a:xfrm>
          <a:prstGeom prst="rect">
            <a:avLst>
              <a:gd name="adj" fmla="val 50000"/>
            </a:avLst>
          </a:prstGeom>
          <a:solidFill>
            <a:srgbClr val="EDE6F5"/>
          </a:solidFill>
          <a:ln w="5080">
            <a:solidFill>
              <a:srgbClr val="C4B0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450799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88920" y="4507992"/>
            <a:ext cx="1984248" cy="274320"/>
          </a:xfrm>
          <a:prstGeom prst="rect">
            <a:avLst>
              <a:gd name="adj" fmla="val 50000"/>
            </a:avLst>
          </a:prstGeom>
          <a:solidFill>
            <a:srgbClr val="EDE6F5"/>
          </a:solidFill>
          <a:ln w="5080">
            <a:solidFill>
              <a:srgbClr val="C4B0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4507992"/>
            <a:ext cx="198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kuralları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82896" y="4507992"/>
            <a:ext cx="1508760" cy="274320"/>
          </a:xfrm>
          <a:prstGeom prst="rect">
            <a:avLst>
              <a:gd name="adj" fmla="val 50000"/>
            </a:avLst>
          </a:prstGeom>
          <a:solidFill>
            <a:srgbClr val="EDE6F5"/>
          </a:solidFill>
          <a:ln w="5080">
            <a:solidFill>
              <a:srgbClr val="C4B0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450799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 limiti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01384" y="4507992"/>
            <a:ext cx="1152144" cy="274320"/>
          </a:xfrm>
          <a:prstGeom prst="rect">
            <a:avLst>
              <a:gd name="adj" fmla="val 50000"/>
            </a:avLst>
          </a:prstGeom>
          <a:solidFill>
            <a:srgbClr val="EDE6F5"/>
          </a:solidFill>
          <a:ln w="5080">
            <a:solidFill>
              <a:srgbClr val="C4B0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1384" y="4507992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992624"/>
            <a:ext cx="10911535" cy="1234440"/>
          </a:xfrm>
          <a:prstGeom prst="rect">
            <a:avLst/>
          </a:prstGeom>
          <a:solidFill>
            <a:srgbClr val="FDFBFF"/>
          </a:solidFill>
          <a:ln w="5080">
            <a:solidFill>
              <a:srgbClr val="C4B0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129784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B39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5600" dirty="0"/>
          </a:p>
        </p:txBody>
      </p:sp>
      <p:sp>
        <p:nvSpPr>
          <p:cNvPr id="32" name="Text 30"/>
          <p:cNvSpPr/>
          <p:nvPr/>
        </p:nvSpPr>
        <p:spPr>
          <a:xfrm>
            <a:off x="1645920" y="5129784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— arka plan servisleri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645920" y="5495544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Veri, dil, ödeme, kimlik ve depolama.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645920" y="5815584"/>
            <a:ext cx="1508760" cy="274320"/>
          </a:xfrm>
          <a:prstGeom prst="rect">
            <a:avLst>
              <a:gd name="adj" fmla="val 50000"/>
            </a:avLst>
          </a:prstGeom>
          <a:solidFill>
            <a:srgbClr val="EDE6F5"/>
          </a:solidFill>
          <a:ln w="5080">
            <a:solidFill>
              <a:srgbClr val="C4B0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45920" y="581558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64408" y="5815584"/>
            <a:ext cx="1271016" cy="274320"/>
          </a:xfrm>
          <a:prstGeom prst="rect">
            <a:avLst>
              <a:gd name="adj" fmla="val 50000"/>
            </a:avLst>
          </a:prstGeom>
          <a:solidFill>
            <a:srgbClr val="EDE6F5"/>
          </a:solidFill>
          <a:ln w="5080">
            <a:solidFill>
              <a:srgbClr val="C4B0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4408" y="5815584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Depolama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45152" y="5815584"/>
            <a:ext cx="777240" cy="274320"/>
          </a:xfrm>
          <a:prstGeom prst="rect">
            <a:avLst>
              <a:gd name="adj" fmla="val 50000"/>
            </a:avLst>
          </a:prstGeom>
          <a:solidFill>
            <a:srgbClr val="EDE6F5"/>
          </a:solidFill>
          <a:ln w="5080">
            <a:solidFill>
              <a:srgbClr val="C4B0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5152" y="581558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32120" y="5815584"/>
            <a:ext cx="1271016" cy="274320"/>
          </a:xfrm>
          <a:prstGeom prst="rect">
            <a:avLst>
              <a:gd name="adj" fmla="val 50000"/>
            </a:avLst>
          </a:prstGeom>
          <a:solidFill>
            <a:srgbClr val="EDE6F5"/>
          </a:solidFill>
          <a:ln w="5080">
            <a:solidFill>
              <a:srgbClr val="C4B0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5815584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12864" y="5815584"/>
            <a:ext cx="914400" cy="274320"/>
          </a:xfrm>
          <a:prstGeom prst="rect">
            <a:avLst>
              <a:gd name="adj" fmla="val 50000"/>
            </a:avLst>
          </a:prstGeom>
          <a:solidFill>
            <a:srgbClr val="EDE6F5"/>
          </a:solidFill>
          <a:ln w="5080">
            <a:solidFill>
              <a:srgbClr val="C4B0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12864" y="5815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6350">
            <a:solidFill>
              <a:srgbClr val="C4B0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 parça, çok disiplin.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5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IV.  BİR FOTOĞRAF — 5 ADIM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 ·  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Kullanıcı sayfayı çektiğinde — ne oluyor?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Saniyelerle ölçülen bir akış. Her adımın bir sahibi var.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6B4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Telefon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Fotoğrafı çeker, sıkıştırır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54335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4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 sn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911535" cy="0"/>
          </a:xfrm>
          <a:prstGeom prst="line">
            <a:avLst/>
          </a:prstGeom>
          <a:noFill/>
          <a:ln w="3810">
            <a:solidFill>
              <a:srgbClr val="C4B0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004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6B4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Depolama (R2)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3291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 buluta yüklenir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454335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4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 sn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10911535" cy="0"/>
          </a:xfrm>
          <a:prstGeom prst="line">
            <a:avLst/>
          </a:prstGeom>
          <a:noFill/>
          <a:ln w="3810">
            <a:solidFill>
              <a:srgbClr val="C4B0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404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6B4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Sunucu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39319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Kullanıcıyı doğrular, AI'a iletir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454335" y="3931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4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 sn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10911535" cy="0"/>
          </a:xfrm>
          <a:prstGeom prst="line">
            <a:avLst/>
          </a:prstGeom>
          <a:noFill/>
          <a:ln w="3810">
            <a:solidFill>
              <a:srgbClr val="C4B0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80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6B4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371600" y="4572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Sayfayı okur, metni çıkarır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454335" y="4572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4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sn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911535" cy="0"/>
          </a:xfrm>
          <a:prstGeom prst="line">
            <a:avLst/>
          </a:prstGeom>
          <a:noFill/>
          <a:ln w="3810">
            <a:solidFill>
              <a:srgbClr val="C4B0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120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6B4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371600" y="5212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Veritabanı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0" y="5212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kaydedilir, telefona dönülür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454335" y="5212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4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 sn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6350">
            <a:solidFill>
              <a:srgbClr val="C4B0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fotoğraf hiçbir zaman sunucudan geçmez — telefondan doğrudan depoya.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5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V.  YAPAY ZEKANIN ROLÜ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  ·  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AI değil, iki ayrı görev.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iş için doğru model — ucuz olan, ucuza; pahalı olan, hak ettiği yere.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5029200" cy="3840480"/>
          </a:xfrm>
          <a:prstGeom prst="rect">
            <a:avLst/>
          </a:prstGeom>
          <a:solidFill>
            <a:srgbClr val="FDFBFF"/>
          </a:solidFill>
          <a:ln w="6350">
            <a:solidFill>
              <a:srgbClr val="C4B0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697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4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ARKA PLAN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34440" y="3017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Okuma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234440" y="3749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— sayfa metnini çıkar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4251960"/>
            <a:ext cx="4389120" cy="0"/>
          </a:xfrm>
          <a:prstGeom prst="line">
            <a:avLst/>
          </a:prstGeom>
          <a:noFill/>
          <a:ln w="6350">
            <a:solidFill>
              <a:srgbClr val="C4B0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4343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2.5 flash-lite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48463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—"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Hızlı: birkaç saniyede metin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—"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Ucuz: yüksek hacme dayanıklı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—"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Sade: ton yok, sadece doğruluk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468880"/>
            <a:ext cx="5029200" cy="3840480"/>
          </a:xfrm>
          <a:prstGeom prst="rect">
            <a:avLst/>
          </a:prstGeom>
          <a:solidFill>
            <a:srgbClr val="FDFBFF"/>
          </a:solidFill>
          <a:ln w="15240">
            <a:solidFill>
              <a:srgbClr val="6B4C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697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4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KULLANICI ÖNÜ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20840" y="3017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Sohbet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20840" y="3749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assistant + zenginleştirme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20840" y="4251960"/>
            <a:ext cx="4389120" cy="0"/>
          </a:xfrm>
          <a:prstGeom prst="line">
            <a:avLst/>
          </a:prstGeom>
          <a:noFill/>
          <a:ln w="6350">
            <a:solidFill>
              <a:srgbClr val="C4B0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4343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2.5 flash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48463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—"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Kaliteli: nüansa duyarlı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—"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sesi: "sade kütüphaneci"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—"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prompt'lar tek dosyada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6350">
            <a:solidFill>
              <a:srgbClr val="C4B0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ucuz olanı doğru yerde kullanmak — pahalı olanı hak ettiği yerde.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5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VI.  ÜÇ İLKE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VII  ·  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tasarım kararı — neden bu mimari?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kişilik takımda her karar bir saatlik teknik borçtan kurtulmak demek.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5128" y="2468880"/>
            <a:ext cx="3657600" cy="3840480"/>
          </a:xfrm>
          <a:prstGeom prst="rect">
            <a:avLst/>
          </a:prstGeom>
          <a:solidFill>
            <a:srgbClr val="FDFBFF"/>
          </a:solidFill>
          <a:ln w="6350">
            <a:solidFill>
              <a:srgbClr val="C4B0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26517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B39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09448" y="34747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 parça,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çok disiplin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09448" y="4617720"/>
            <a:ext cx="3108960" cy="0"/>
          </a:xfrm>
          <a:prstGeom prst="line">
            <a:avLst/>
          </a:prstGeom>
          <a:noFill/>
          <a:ln w="6350">
            <a:solidFill>
              <a:srgbClr val="C4B0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448" y="47548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uygulama, bir sunucu, bir veritabanı. Mikroservis yok, kuyruk yok. Yerine yazılı kurallar — invariant'lar — geliyor.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9448" y="5760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4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bir kişinin akıl tutabileceği bir sistem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67048" y="2468880"/>
            <a:ext cx="3657600" cy="3840480"/>
          </a:xfrm>
          <a:prstGeom prst="rect">
            <a:avLst/>
          </a:prstGeom>
          <a:solidFill>
            <a:srgbClr val="FDFBFF"/>
          </a:solidFill>
          <a:ln w="6350">
            <a:solidFill>
              <a:srgbClr val="C4B0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1368" y="26517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B39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541368" y="34747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Veriyi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sahibinde tut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41368" y="4617720"/>
            <a:ext cx="3108960" cy="0"/>
          </a:xfrm>
          <a:prstGeom prst="line">
            <a:avLst/>
          </a:prstGeom>
          <a:noFill/>
          <a:ln w="6350">
            <a:solidFill>
              <a:srgbClr val="C4B0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1368" y="47548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Fotoğraflar sunucudan geçmez — telefondan doğrudan depoya. KVKK silmesi tek bir prefix temizliği.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1368" y="5760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4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uyumluluk bir kapı, yan kapı yok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98968" y="2468880"/>
            <a:ext cx="3657600" cy="3840480"/>
          </a:xfrm>
          <a:prstGeom prst="rect">
            <a:avLst/>
          </a:prstGeom>
          <a:solidFill>
            <a:srgbClr val="FDFBFF"/>
          </a:solidFill>
          <a:ln w="6350">
            <a:solidFill>
              <a:srgbClr val="C4B0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73288" y="26517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B39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8473288" y="34747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AI'ya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marka sesi öğret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473288" y="4617720"/>
            <a:ext cx="3108960" cy="0"/>
          </a:xfrm>
          <a:prstGeom prst="line">
            <a:avLst/>
          </a:prstGeom>
          <a:noFill/>
          <a:ln w="6350">
            <a:solidFill>
              <a:srgbClr val="C4B0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73288" y="47548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prompt'lar tek dosyada. Her yanıt aynı "sade kütüphaneci" sesinden çıkar — heyecanlı startup tonu yok.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73288" y="5760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4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 üründür, prompt mimaridir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6350">
            <a:solidFill>
              <a:srgbClr val="C4B0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kararı yazılı tutmak, kararı tekrar tekrar vermekten ucuzdur.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5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VII.  TEK KİŞİLİK TAKIM, AI ORTAĞI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VIII  ·  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kişilik takım — nasıl ekibe dönüştü?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zeka bir asistan değil — yapay olarak büyütülmüş bir takımın hafızası.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640080" cy="640080"/>
          </a:xfrm>
          <a:prstGeom prst="ellipse">
            <a:avLst/>
          </a:prstGeom>
          <a:solidFill>
            <a:srgbClr val="FDFBFF"/>
          </a:solidFill>
          <a:ln w="12700">
            <a:solidFill>
              <a:srgbClr val="6B4C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791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Skill'ler — uzmanlıklar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60720" y="2606040"/>
            <a:ext cx="5973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ayrı uzmanlık dosyası: backend, iOS, veritabanı, LLM, tasarım, KVKK, release… Her karar doğru "uzmana" gider.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10728655" cy="0"/>
          </a:xfrm>
          <a:prstGeom prst="line">
            <a:avLst/>
          </a:prstGeom>
          <a:noFill/>
          <a:ln w="3810">
            <a:solidFill>
              <a:srgbClr val="C4B0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474720"/>
            <a:ext cx="640080" cy="640080"/>
          </a:xfrm>
          <a:prstGeom prst="ellipse">
            <a:avLst/>
          </a:prstGeom>
          <a:solidFill>
            <a:srgbClr val="FDFBFF"/>
          </a:solidFill>
          <a:ln w="12700">
            <a:solidFill>
              <a:srgbClr val="6B4C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478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474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Prompt'lar — tek dosya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760720" y="3474720"/>
            <a:ext cx="5973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yapay zeka talimatları tek bir kaynakta. Marka sesi, JSON şeması, davranış. Test edilebilir, sürümlenebilir.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251960"/>
            <a:ext cx="10728655" cy="0"/>
          </a:xfrm>
          <a:prstGeom prst="line">
            <a:avLst/>
          </a:prstGeom>
          <a:noFill/>
          <a:ln w="3810">
            <a:solidFill>
              <a:srgbClr val="C4B0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FDFBFF"/>
          </a:solidFill>
          <a:ln w="12700">
            <a:solidFill>
              <a:srgbClr val="6B4C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4165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4343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Retrospektifler — kurumsal hafıza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760720" y="4343400"/>
            <a:ext cx="5973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release sonrası: ne işe yaradı, ne kırıldı, neyi tekrar yapma. Solo dev'in eksik olan ekibinin yerine geçer.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120640"/>
            <a:ext cx="10728655" cy="0"/>
          </a:xfrm>
          <a:prstGeom prst="line">
            <a:avLst/>
          </a:prstGeom>
          <a:noFill/>
          <a:ln w="3810">
            <a:solidFill>
              <a:srgbClr val="C4B0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212080"/>
            <a:ext cx="640080" cy="640080"/>
          </a:xfrm>
          <a:prstGeom prst="ellipse">
            <a:avLst/>
          </a:prstGeom>
          <a:solidFill>
            <a:srgbClr val="FDFBFF"/>
          </a:solidFill>
          <a:ln w="12700">
            <a:solidFill>
              <a:srgbClr val="6B4C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2852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54480" y="5212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Handoff'lar — oturum köprüsü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760720" y="5212080"/>
            <a:ext cx="5973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oturum sonu yazılı state. Yarın açtığında "nereden kalmıştık?" sorusunun cevabı orada.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6309360"/>
            <a:ext cx="11277295" cy="0"/>
          </a:xfrm>
          <a:prstGeom prst="line">
            <a:avLst/>
          </a:prstGeom>
          <a:noFill/>
          <a:ln w="6350">
            <a:solidFill>
              <a:srgbClr val="C4B0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başına çalışmak, yalnız çalışmak zorunda değil.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9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ÇIKARIMLAR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ED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Tekrarlanabilir üç ders.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B39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Küçük takım, dar mimari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2697480"/>
            <a:ext cx="104543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sayısı, takım büyüklüğüyle artmalı. Tek kişi mikroservis kuramaz, kurmamalı.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3246120"/>
            <a:ext cx="10362895" cy="0"/>
          </a:xfrm>
          <a:prstGeom prst="line">
            <a:avLst/>
          </a:prstGeom>
          <a:noFill/>
          <a:ln w="6350">
            <a:solidFill>
              <a:srgbClr val="5C3B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B39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280160" y="329184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zeka bir araç değil, bir disiplin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3703320"/>
            <a:ext cx="104543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Skill'ler, prompt'lar, retro'lar — yazılı yapı. Yapay zekadan iyi sonuç, iyi yapıdan çıkar.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80160" y="4251960"/>
            <a:ext cx="10362895" cy="0"/>
          </a:xfrm>
          <a:prstGeom prst="line">
            <a:avLst/>
          </a:prstGeom>
          <a:noFill/>
          <a:ln w="6350">
            <a:solidFill>
              <a:srgbClr val="5C3B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9768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B39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280160" y="429768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Marka sesi mimari kararıdır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709160"/>
            <a:ext cx="104543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Ürünün tonu, yapay zekanın tonudur. Prompt mimaride bir invariant olarak yaşamak zorunda.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5669280"/>
            <a:ext cx="11277295" cy="0"/>
          </a:xfrm>
          <a:prstGeom prst="line">
            <a:avLst/>
          </a:prstGeom>
          <a:noFill/>
          <a:ln w="9525">
            <a:solidFill>
              <a:srgbClr val="6B4C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80644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kitap, başka bir kitabın altında yazılır.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9C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HİLAL ERDOĞAN SÜMNÜ  ·  hilalsumnu@gmail.com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6895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4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PALIMPS  ·  PLATE IX / IX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PALIMPS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PALIMPS — Bir Vaka Çalışması</dc:title>
  <dc:subject>Solo developer + AI ile bir uygulamanın inşası</dc:subject>
  <dc:creator>Hilal Erdoğan Sümnü</dc:creator>
  <cp:lastModifiedBy>Hilal Erdoğan Sümnü</cp:lastModifiedBy>
  <cp:revision>1</cp:revision>
  <dcterms:created xsi:type="dcterms:W3CDTF">2026-04-27T19:13:59Z</dcterms:created>
  <dcterms:modified xsi:type="dcterms:W3CDTF">2026-04-27T19:13:59Z</dcterms:modified>
</cp:coreProperties>
</file>